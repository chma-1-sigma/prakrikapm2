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A88C7-1F36-4B19-AD8F-D859B35C1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8645B0-638A-4C9C-914F-B1DCA8286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640EFF-70C3-4E68-962A-98F93F360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31AB4E-BE02-40D1-90A2-E6CD062BC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2980C4-593D-4677-B359-DD79D5E5C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361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8207C1-54F3-4742-958A-2C47D7A6E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DFAEF2-0DC5-4133-90AC-C71D66D0C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82AFB2-7208-4699-95C3-CBEE29BDC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67491D-CF5E-44C9-9204-0BDC39C24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EDE69A-FB15-4BC3-AE88-525A38304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93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780C4-1C22-4AF4-87F5-9CEBF0DA3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0E3EBF-01BE-4026-A1C3-D53776DA4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33A6AE-58C5-45F8-8BC8-D9E5125CB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B5064B-B873-4C09-8F59-83754D217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F5EA56-34A4-4DD6-AC04-F1E5C5FF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908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558EF-7374-4472-8183-6521FAAFE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0D2A18-798C-4ADA-984B-0290E32384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ACBB13A-7716-455C-99B4-CA0A13451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3FFFFB-695A-4BC1-9888-194088305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1C4F75-53B9-4074-A6FB-A51F0403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19CBCC-C454-4C74-BC60-B819F8938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676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05D8E0-B725-4AF9-B799-DD4CB665D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38D104-F104-491D-AABB-4499AEFB7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6D2171-7786-494A-8177-F7D8A34DD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600CC7E-FFC6-4A86-9EC0-0007A17EDF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198D2A6-FFBA-4BD6-B351-6085DC2096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B315435-5985-40CA-8FA1-843F0EBBD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EC9CFFF-EBF4-4E6C-BF26-D8BFE983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E7DA869-BE00-4A83-B2D0-52B08FBD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05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375F1-8815-4AAA-9798-00A41FA40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E3CBED-0513-42C0-992E-4F4D45053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9149F6B-A88F-4ECE-B603-5C5C4F63B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937D2C-080A-4C47-892E-5F3584462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5566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B73B91C-8C4D-4134-867A-2CB6EC687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91BAFBC-5914-4E1D-B3CB-3E5ED080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B1D493-D3F6-420C-AC07-9C7F99123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113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A4080E-4B0B-44C6-AE7E-49BF0D133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DECC20-2BB3-4E8A-A297-4A7F28ED5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2F7B14-B8D5-49C0-A210-75F1F7C66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ED71E0-6331-4FEA-BF30-5D6FBC20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D5EA41-150C-4FA1-99E4-D72308915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785BAF-2C15-4499-853E-B4A3E8AE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013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5A343-9026-4653-8A2C-0BFE41F35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D146E-38A6-4912-87C4-D7CFDB3AFD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2518599-5FCC-4A9C-B1C0-A9414E21E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A5B717-A5A3-438F-AEF8-9C7AB865D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06B1D5-8083-4CF0-A56F-4BFA1C6A5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9FDEA4-2DE1-43B2-8865-13A48B898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301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D9C40-A205-4359-AE67-D0BFC9142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4FE9B6-D71B-477A-AF67-D1483D5D7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35E789-BB68-4168-9C48-66DC6A96F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E94C0A-4606-40C8-8E3C-2CB5DD4E9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17CCCF-F43E-49AA-A891-8CC80030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25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E6721F3-74DC-462F-A8E0-03E4555659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A52F05-8F40-4201-A4CA-857FC3CBD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3BBA0E-73B6-422C-BC98-78AA89A4A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13164D-5772-4C03-B0CB-14CFFD39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7A8284-8E99-490C-9C47-2CD6E850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712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08B7C7-8942-4D1C-8927-535E234A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0F84B3-A49C-4E5E-9395-F39DEA603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7A5600-E53F-4BB1-8F7B-2E2F58A97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CDB77E-796E-4DE7-98A1-B14DE11AC0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6C76FA-8D50-451F-9471-5242959E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520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D3BB6-BAFF-456A-96D9-B29F6E8BBD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54552"/>
            <a:ext cx="9144000" cy="2387600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по учебной практике ПМ.02 Осуществление интеграции программных модулей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84D6CE-56D0-4EE1-825C-89FFBE518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93876"/>
            <a:ext cx="9144000" cy="1655762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КИРОВСКОЙ ОБЛАСТИ Кировское областное государственное профессиональное бюджетное учреждение «Слободской колледж педагогики и социальных отношений»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C8922-F401-4582-AA3E-EF8E56DA0F1D}"/>
              </a:ext>
            </a:extLst>
          </p:cNvPr>
          <p:cNvSpPr txBox="1"/>
          <p:nvPr/>
        </p:nvSpPr>
        <p:spPr>
          <a:xfrm>
            <a:off x="8106141" y="4232799"/>
            <a:ext cx="382621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Шумайлов Кирилл Константинович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 09.02.07 Информационные системы и программирование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 от колледжа Калинин Арсений Олегович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AD573-811E-4A6D-8E53-0DF6DB449B95}"/>
              </a:ext>
            </a:extLst>
          </p:cNvPr>
          <p:cNvSpPr txBox="1"/>
          <p:nvPr/>
        </p:nvSpPr>
        <p:spPr>
          <a:xfrm>
            <a:off x="5239964" y="6079458"/>
            <a:ext cx="1712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– 2026 г.</a:t>
            </a:r>
          </a:p>
        </p:txBody>
      </p:sp>
    </p:spTree>
    <p:extLst>
      <p:ext uri="{BB962C8B-B14F-4D97-AF65-F5344CB8AC3E}">
        <p14:creationId xmlns:p14="http://schemas.microsoft.com/office/powerpoint/2010/main" val="3457256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6FED2B-D9DD-490A-BFC2-BC91717B7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452718"/>
            <a:ext cx="9404723" cy="772967"/>
          </a:xfrm>
        </p:spPr>
        <p:txBody>
          <a:bodyPr/>
          <a:lstStyle/>
          <a:p>
            <a:pPr algn="ctr"/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8AABDA-37AD-47ED-A084-E5D252A5D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893" y="1386130"/>
            <a:ext cx="10950211" cy="4936024"/>
          </a:xfrm>
        </p:spPr>
        <p:txBody>
          <a:bodyPr>
            <a:noAutofit/>
          </a:bodyPr>
          <a:lstStyle/>
          <a:p>
            <a:pPr algn="l"/>
            <a:r>
              <a:rPr lang="ru-RU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Тема: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Разработка информационной системы «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АгроКонтроль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 для управления производством средств защиты растений</a:t>
            </a:r>
          </a:p>
          <a:p>
            <a:pPr algn="l"/>
            <a:r>
              <a:rPr lang="ru-RU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Автоматизация процессов технологического отдела, лаборатории и аппаратчиков на предприятии по выпуску агрохимикатов.</a:t>
            </a:r>
          </a:p>
          <a:p>
            <a:pPr algn="l"/>
            <a:r>
              <a:rPr lang="ru-RU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Создана полнофункциональная система «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АгроКонтроль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», включающая: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Базу данных (MS SQL Server)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 (</a:t>
            </a:r>
            <a:r>
              <a:rPr lang="ru-RU" sz="2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ASP.NET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Web API 2)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Три WPF-приложения (Технолог, Лаборатория, Аппаратчик)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Комплект документации и тестов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398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0512F3-E76E-4626-AA99-CA593161C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1: Проектирование и база данных</a:t>
            </a:r>
            <a:b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C0835C-EF24-453C-A13B-24430D908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690688"/>
            <a:ext cx="11353800" cy="4351338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Рецептуры,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техкарты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заказы, партии, лабораторный контроль, отклонения, аудит.</a:t>
            </a:r>
          </a:p>
          <a:p>
            <a:pPr algn="l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Case (6 </a:t>
            </a: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основных):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рецептурами,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техкартами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заказами, партиями, выполнение шага, лабораторный контроль.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ERD (20+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таблиц)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Wireframe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Figma (6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экранов)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Таблицы: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audit_log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batches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raw_materials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roles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др.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Хранимые процедуры, триггеры, функции (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get_current_user_id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sp_create_batch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sp_record_batch_step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sp_complete_batch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21813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AB367-9DDF-4D56-86C9-2B703C99C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71" y="779297"/>
            <a:ext cx="5692237" cy="4042085"/>
          </a:xfrm>
        </p:spPr>
        <p:txBody>
          <a:bodyPr>
            <a:normAutofit/>
          </a:bodyPr>
          <a:lstStyle/>
          <a:p>
            <a:r>
              <a:rPr lang="en-US" sz="8000" dirty="0"/>
              <a:t>Use Case</a:t>
            </a:r>
            <a:r>
              <a:rPr lang="ru-RU" sz="8000" dirty="0"/>
              <a:t> Диаграмма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F4C153D-7E84-413B-A70C-480F440A35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016" y="130792"/>
            <a:ext cx="6507676" cy="6596416"/>
          </a:xfrm>
        </p:spPr>
      </p:pic>
    </p:spTree>
    <p:extLst>
      <p:ext uri="{BB962C8B-B14F-4D97-AF65-F5344CB8AC3E}">
        <p14:creationId xmlns:p14="http://schemas.microsoft.com/office/powerpoint/2010/main" val="2601093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9DD27B-B248-40C2-902A-02B651ED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2: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  <a:b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1FB6C4-4567-439F-A7E2-777667FFF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11" y="1086631"/>
            <a:ext cx="5372595" cy="5229225"/>
          </a:xfrm>
        </p:spPr>
        <p:txBody>
          <a:bodyPr>
            <a:normAutofit/>
          </a:bodyPr>
          <a:lstStyle/>
          <a:p>
            <a:pPr algn="l"/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Платформа: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ASP.NET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Web API 2 (.NET Framework 4.8)</a:t>
            </a:r>
          </a:p>
          <a:p>
            <a:pPr algn="l"/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Контроллеры (10 шт.):</a:t>
            </a:r>
            <a:endParaRPr lang="ru-RU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логин, регистрация)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ProductsController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RecipesController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ProcessStepsController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OrdersController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BatchesController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QualityController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OperatorController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активные партии, программа, шаги, телеметрия)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DeviationEventsController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ReportsController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Особенности:</a:t>
            </a:r>
            <a:endParaRPr lang="ru-RU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Аутентификация без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 (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логина/пароля +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CAPTCHA 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клиенте)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Параметризованные запросы, защита от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SQL-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инъекций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Аудирование через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audit_log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555343-A1CE-4CBB-B9D8-4CEBA74099C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1086630"/>
            <a:ext cx="5862452" cy="477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44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A0880E-270B-4005-BE56-440ECB26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3: Модуль технолога (WPF)</a:t>
            </a:r>
            <a:b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B04725-A0E5-42E2-A0E1-93658CB5B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156"/>
            <a:ext cx="5332730" cy="5729844"/>
          </a:xfrm>
        </p:spPr>
        <p:txBody>
          <a:bodyPr>
            <a:noAutofit/>
          </a:bodyPr>
          <a:lstStyle/>
          <a:p>
            <a:pPr algn="l"/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Приложение: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AgroControlClient</a:t>
            </a:r>
            <a:endParaRPr lang="ru-RU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Функции:</a:t>
            </a:r>
            <a:endParaRPr lang="ru-RU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Вход с CAPTCHA, роль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technologist</a:t>
            </a:r>
            <a:endParaRPr lang="ru-RU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продукцией (CRUD)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Рецептуры (версии, компоненты, статусы)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Технологические карты (шаги с плановыми параметрами и инструкциями)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Заказы и партии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Мониторинг выполнения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Отклонения и отчёты (Excel)</a:t>
            </a:r>
          </a:p>
          <a:p>
            <a:pPr algn="l"/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 с API: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через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ApiService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HttpClient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CAPTCHA: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графическая (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System.Drawing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6 символов с шумом и линиями.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17FCB8-4FC2-4590-92F9-F27113FD43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78089" y="1128156"/>
            <a:ext cx="5549734" cy="491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55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D2D08-30F2-40B2-BDCC-7138FAEF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4: Модуль лаборатории (WPF)</a:t>
            </a:r>
            <a:b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0CC5F6-417F-4D89-A4CF-5DDC3310D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194" y="1219983"/>
            <a:ext cx="4683827" cy="527289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Приложение: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AgroControlLaboratory</a:t>
            </a:r>
            <a:endParaRPr lang="ru-RU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функции: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сырья и готовой продукции (список партий)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Автоматическая загрузка нормативов (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standard_params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Динамическая форма параметров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Автоматическая проверка соответствия (диапазоны, &gt;, &lt;, ≥, ≤)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Принятие решения: «Допустить» / «Заблокировать» (обязательная причина при блокировке)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 протокола в Excel (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ClosedXML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испытаний и редактирование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интуитивный, быстрые переходы (список → карточка → испытание → назад).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5360A8-EA37-4B84-B4CD-AAA91DDA6B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931968" y="1219983"/>
            <a:ext cx="5729601" cy="527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5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A45AE-BA26-4BB8-AE71-636F66184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5: Модуль аппаратчика (WPF)</a:t>
            </a:r>
            <a:b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3BBF63-4107-4ED0-9EB2-C5CB8E985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426" y="1303506"/>
            <a:ext cx="4786849" cy="518936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Приложение: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AgroControlOperator</a:t>
            </a:r>
            <a:endParaRPr lang="ru-RU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работы:</a:t>
            </a:r>
            <a:endParaRPr lang="ru-RU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Вход (роль </a:t>
            </a:r>
            <a:r>
              <a:rPr lang="ru-RU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+mj-lt"/>
              <a:buAutoNum type="arabicPeriod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активных партий (</a:t>
            </a:r>
            <a:r>
              <a:rPr lang="ru-RU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+mj-lt"/>
              <a:buAutoNum type="arabicPeriod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Выбор партии → открытие программы партии</a:t>
            </a:r>
          </a:p>
          <a:p>
            <a:pPr algn="l"/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партии:</a:t>
            </a:r>
            <a:endParaRPr lang="ru-RU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Слева – список шагов с индикацией статуса (</a:t>
            </a:r>
            <a:r>
              <a:rPr lang="ru-RU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not_started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in_progress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Центр – инструкция, плановые параметры, форма ввода фактических значений, комментарий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Справа – телеметрия оборудования (экструдер) с обновлением каждые 3 секунды</a:t>
            </a:r>
          </a:p>
          <a:p>
            <a:pPr algn="l"/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Действия аппаратчика:</a:t>
            </a:r>
            <a:endParaRPr lang="ru-RU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Начать шаг (</a:t>
            </a:r>
            <a:r>
              <a:rPr lang="ru-RU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actual_start_time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операцию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Ввести фактические параметры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Завершить шаг (сохранение, проверка отклонений)</a:t>
            </a:r>
          </a:p>
          <a:p>
            <a:pPr algn="l"/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завершение партии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при выполнении всех шагов.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7A6A49-C0DF-43D6-AEF3-F9C8BC7ACD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587707" y="1303506"/>
            <a:ext cx="6387464" cy="502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55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FCB946-2643-4B30-8906-8BE58CB3D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6: Комплексное тестирование</a:t>
            </a:r>
            <a:b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646677-73A1-4EE3-96CB-DF3676424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1327" cy="4800806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Ручное тестирование (40 тестов):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Позитивные и негативные (20% негативных)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Охват всех модулей (технолог, лаборатория, аппаратчик)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Модульные тесты (30 тестов, </a:t>
            </a:r>
            <a:r>
              <a:rPr lang="ru-RU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xUnit</a:t>
            </a: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Технолог: валидация рецептов, компонентов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Лаборатория: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нормативов, вычисление результата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Аппаратчик: обнаружение отклонений (температура, давление)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Интеграционные тесты API (10 тестов):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эндпоинтов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логин, получение данных, сохранение, обновление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Негативные сценарии (неверные данные, несуществующие ID)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Все тесты успешно пройдены.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C000C3-68D1-468A-8187-40298F1C72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27024" y="1496291"/>
            <a:ext cx="6507678" cy="42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280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3A065-93FC-40A8-AFCA-884E7C1BB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Сопроводительная документация</a:t>
            </a:r>
            <a:b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667CC2-86CD-4611-976A-AC60AC946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документы (PDF/DOCX):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Пояснительная записка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архитектура, функциональность, результаты тестирования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Руководство оператора для модуля технолога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инструкция по работе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 «Отладка программного модуля»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для каждого компонента: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технолога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лаборатории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аппаратчика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 документы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размещены в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-репозитории в оригинале и копиях PDF.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533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39FE4-A7D7-4C78-87A2-0DF3E88E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Итоги</a:t>
            </a:r>
            <a:b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26A12A-EFEF-41A6-929C-2912F288A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6230"/>
            <a:ext cx="8947522" cy="5199052"/>
          </a:xfrm>
        </p:spPr>
        <p:txBody>
          <a:bodyPr>
            <a:normAutofit/>
          </a:bodyPr>
          <a:lstStyle/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сделано: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Полностью готовая система «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АгроКонтроль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 (БД + API + 3 десктоп-приложения)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все бизнес-функции по ТЗ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комплексное тестирование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Оформлена документация и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-репозиторий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.NET Framework 4.8, WPF, 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ASP.NET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Web API 2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 SQL Server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xUnit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Moq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ClosedXML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Newtonsoft.Json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4931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818</Words>
  <Application>Microsoft Office PowerPoint</Application>
  <PresentationFormat>Широкоэкранный</PresentationFormat>
  <Paragraphs>110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Отчет по учебной практике ПМ.02 Осуществление интеграции программных модулей</vt:lpstr>
      <vt:lpstr>Введение</vt:lpstr>
      <vt:lpstr>Сессия 1: Проектирование и база данных </vt:lpstr>
      <vt:lpstr>Use Case Диаграмма</vt:lpstr>
      <vt:lpstr>Сессия 2: REST API </vt:lpstr>
      <vt:lpstr>Сессия 3: Модуль технолога (WPF) </vt:lpstr>
      <vt:lpstr>Сессия 4: Модуль лаборатории (WPF) </vt:lpstr>
      <vt:lpstr>Сессия 5: Модуль аппаратчика (WPF) </vt:lpstr>
      <vt:lpstr>Сессия 6: Комплексное тестирование </vt:lpstr>
      <vt:lpstr>Сопроводительная документация </vt:lpstr>
      <vt:lpstr>Итоги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учебной практике ПМ.02 Осуществление интеграции программных модулей</dc:title>
  <dc:creator>PC33-2</dc:creator>
  <cp:lastModifiedBy>Kab33-10</cp:lastModifiedBy>
  <cp:revision>3</cp:revision>
  <dcterms:created xsi:type="dcterms:W3CDTF">2026-05-18T11:07:28Z</dcterms:created>
  <dcterms:modified xsi:type="dcterms:W3CDTF">2026-05-19T11:41:54Z</dcterms:modified>
</cp:coreProperties>
</file>